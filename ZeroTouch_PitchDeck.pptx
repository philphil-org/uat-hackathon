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rotou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4" y="11887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92608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D4AF6A"/>
                </a:solidFill>
                <a:latin typeface="Georgia"/>
              </a:defRPr>
            </a:pPr>
            <a:r>
              <a:t>ZeroTouch OS</a:t>
            </a:r>
          </a:p>
          <a:p>
            <a:pPr algn="ctr">
              <a:spcBef>
                <a:spcPts val="1000"/>
              </a:spcBef>
              <a:defRPr sz="1500" b="1">
                <a:solidFill>
                  <a:srgbClr val="F2EFE9"/>
                </a:solidFill>
                <a:latin typeface="Consolas"/>
              </a:defRPr>
            </a:pPr>
            <a:r>
              <a:t>THE INVISIBLE SPATIAL PERIPHERAL FOR WINDOWS</a:t>
            </a:r>
          </a:p>
          <a:p>
            <a:pPr algn="ctr">
              <a:spcBef>
                <a:spcPts val="600"/>
              </a:spcBef>
              <a:defRPr sz="1400">
                <a:solidFill>
                  <a:srgbClr val="8A8D93"/>
                </a:solidFill>
                <a:latin typeface="Segoe UI"/>
              </a:defRPr>
            </a:pPr>
            <a:r>
              <a:t>Executive Computer Vision • 100% Local Inferencing • Zero False Positives</a:t>
            </a:r>
          </a:p>
          <a:p>
            <a:pPr algn="ctr">
              <a:spcBef>
                <a:spcPts val="2800"/>
              </a:spcBef>
              <a:defRPr sz="1300">
                <a:solidFill>
                  <a:srgbClr val="B59350"/>
                </a:solidFill>
                <a:latin typeface="Segoe UI"/>
              </a:defRPr>
            </a:pPr>
            <a:r>
              <a:t>UAT Hackathon 2026: See / Analyze / Build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Segoe UI"/>
              </a:defRPr>
            </a:pPr>
            <a:r>
              <a:t>01 • PROBLEM &amp;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2EFE9"/>
                </a:solidFill>
                <a:latin typeface="Georgia"/>
              </a:defRPr>
            </a:pPr>
            <a:r>
              <a:t>The Spatial Dilemma: Why Computer Vision Peripherals Fail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993392"/>
            <a:ext cx="4608576" cy="3877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D4AF6A"/>
                </a:solidFill>
                <a:latin typeface="Segoe UI"/>
              </a:defRPr>
            </a:pPr>
            <a:r>
              <a:t>The Problem: Too Noisy to Leave On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Accidental Triggers: Scratching face, typing, or grabbing a cup fires unintended clicks and commands.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Privacy Paranoia: Users fear cameras streaming frames across networks or logging to disk.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Distance &amp; Posture Limits: Stepping back to present slides breaks hand tracking or trips false look-aways.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Hardware Lockouts: Most CV software monopolizes the webcam, preventing Zoom, Teams, or Meet from opening.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F2E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993392"/>
            <a:ext cx="4700016" cy="3877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2EFE9"/>
                </a:solidFill>
                <a:latin typeface="Segoe UI"/>
              </a:defRPr>
            </a:pPr>
            <a:r>
              <a:t>The Solution: The Invisible Peripheral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100% Volatile RAM: Zero video frames saved or transmitted; all inference runs strictly in local memory.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Multimodal Intent Filtering: Physical typing lockout, gaze tracking, and reach boundaries eliminate misfires.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Stage Mode: Automatic distance adaptation keeps controls responsive at 6–10 feet.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Native OS Camera Sharing: Windows Camera Frame Server sharing allows simultaneous Google Meet and CV usage.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Segoe UI"/>
              </a:defRPr>
            </a:pPr>
            <a:r>
              <a:t>02 • SPATIAL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2EFE9"/>
                </a:solidFill>
                <a:latin typeface="Georgia"/>
              </a:defRPr>
            </a:pPr>
            <a:r>
              <a:t>Context-Aware Architecture: One Engine, Three Modes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38328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993392"/>
            <a:ext cx="2871216" cy="3877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D4AF6A"/>
                </a:solidFill>
                <a:latin typeface="Segoe UI"/>
              </a:defRPr>
            </a:pPr>
            <a:r>
              <a:t>Presentation Mode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Targets: PowerPoint, Google Slides, Keynote, PDF.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Back-of-Hand Swipe: Advance or return slides seamlessly across the room.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Open Palm Hold (0.5s): Blank/resume screen ('B').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Stage Optimization: Disengages desk gaze lockouts so presenters can look at audience or slides freely.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38328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F2E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45152" y="1993392"/>
            <a:ext cx="2871216" cy="3877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2EFE9"/>
                </a:solidFill>
                <a:latin typeface="Segoe UI"/>
              </a:defRPr>
            </a:pPr>
            <a:r>
              <a:t>Video Meeting Mode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Targets: Google Meet, Zoom, MS Teams, Webex.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Ghost-Mute (Shh): Index finger to mouth directly toggles hardware microphone mute via Windows Core Audio.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Open Palm Hold: Instant camera toggle ('Alt + V').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Back-of-Hand Swipe: Toggle participant views.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737360"/>
            <a:ext cx="338328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1993392"/>
            <a:ext cx="2871216" cy="3877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4A6FA5"/>
                </a:solidFill>
                <a:latin typeface="Segoe UI"/>
              </a:defRPr>
            </a:pPr>
            <a:r>
              <a:t>Media &amp; Default Mode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Targets: Spotify, YouTube, Netflix, Desktop.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Open Palm Hold: Smooth play/pause toggle.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Dynamic Vertical Pinch: Continuous master volume control with live capsule HUD updates.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Back-of-Hand Swipe: Skip or previous track.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Segoe UI"/>
              </a:defRPr>
            </a:pPr>
            <a:r>
              <a:t>03 • COMPUTER VISION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2EFE9"/>
                </a:solidFill>
                <a:latin typeface="Georgia"/>
              </a:defRPr>
            </a:pPr>
            <a:r>
              <a:t>Noise Defense: How We Eliminated False Triggers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2103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993392"/>
            <a:ext cx="46085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D4AF6A"/>
                </a:solidFill>
                <a:latin typeface="Segoe UI"/>
              </a:defRPr>
            </a:pPr>
            <a:r>
              <a:t>Smart Activity Lockout (Type &amp; Click)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Background hardware hooks (Pynput) detect keyboard typing and mouse clicks.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While typing or resting hands above the keyboard, gestures sleep for 1.8s.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120640" cy="2103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F2E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4325112"/>
            <a:ext cx="46085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2EFE9"/>
                </a:solidFill>
                <a:latin typeface="Segoe UI"/>
              </a:defRPr>
            </a:pPr>
            <a:r>
              <a:t>Gaze-Clutch (Look-to-Control)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Real-time 3D head yaw and pupillary distance tracking.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Glancing away at another screen automatically clutches gestures to standby.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12080" cy="2103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993392"/>
            <a:ext cx="470001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4A6FA5"/>
                </a:solidFill>
                <a:latin typeface="Segoe UI"/>
              </a:defRPr>
            </a:pPr>
            <a:r>
              <a:t>ShoulderGuard Intruder Shield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Continuous BlazeFace scan monitors for shoulder surfers in public spaces.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If a second face appears behind you, automatically fires Win+D to protect sensitive 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69080"/>
            <a:ext cx="5212080" cy="2103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325112"/>
            <a:ext cx="470001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D4AF6A"/>
                </a:solidFill>
                <a:latin typeface="Segoe UI"/>
              </a:defRPr>
            </a:pPr>
            <a:r>
              <a:t>Body Ownership &amp; Anti-Jitter Physics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Calculates Euclidean distance between wrist and face; rejects passerby hands.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Bone length stability and acceleration checks freeze hallucinated hand joints.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Segoe UI"/>
              </a:defRPr>
            </a:pPr>
            <a:r>
              <a:t>04 • ARCHITECTURE &amp;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2EFE9"/>
                </a:solidFill>
                <a:latin typeface="Georgia"/>
              </a:defRPr>
            </a:pPr>
            <a:r>
              <a:t>Technical Architecture &amp; Hackathon Wrap-Up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993392"/>
            <a:ext cx="4608576" cy="3877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4A6FA5"/>
                </a:solidFill>
                <a:latin typeface="Segoe UI"/>
              </a:defRPr>
            </a:pPr>
            <a:r>
              <a:t>High-Performance System Architecture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Shared Memory IPC: Zero-copy multiprocessing.shared_memory streams 30 FPS telemetry and previews to GUI.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Hardware Audio Hook: Direct Windows Core Audio (Pycaw) input endpoint volume control.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Windows Camera Frame Server: OpenCV MSMF backend hooks svchost.exe -k Camera for native multi-app streaming.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Ambient HUD: CustomTkinter executive dashboard + topmost micro-pill Floating Capsule.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81820"/>
          </a:solidFill>
          <a:ln w="1270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993392"/>
            <a:ext cx="4700016" cy="3877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D4AF6A"/>
                </a:solidFill>
                <a:latin typeface="Segoe UI"/>
              </a:defRPr>
            </a:pPr>
            <a:r>
              <a:t>Summary &amp; Why ZeroTouch Wins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Executive Polish: Enterprise-ready companion built for everyday work, not a tech demo.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Zero Cloud Risk: True local privacy that enterprise users can actually deploy.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Production Ready: Complete with 1-click batch launcher, custom Windows taskbar branding, and system tray integration.</a:t>
            </a:r>
          </a:p>
          <a:p>
            <a:pPr>
              <a:spcBef>
                <a:spcPts val="800"/>
              </a:spcBef>
              <a:defRPr sz="1400">
                <a:solidFill>
                  <a:srgbClr val="F2EFE9"/>
                </a:solidFill>
                <a:latin typeface="Segoe UI"/>
              </a:defRPr>
            </a:pPr>
            <a:r>
              <a:t>• Open Source: https://github.com/Philphil-org/UAT-Hackathon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